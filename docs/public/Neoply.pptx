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65" r:id="rId4"/>
    <p:sldId id="259" r:id="rId5"/>
    <p:sldId id="260" r:id="rId6"/>
    <p:sldId id="262" r:id="rId7"/>
    <p:sldId id="261" r:id="rId8"/>
    <p:sldId id="263" r:id="rId9"/>
    <p:sldId id="264" r:id="rId10"/>
    <p:sldId id="258" r:id="rId11"/>
    <p:sldId id="268" r:id="rId12"/>
    <p:sldId id="269" r:id="rId13"/>
    <p:sldId id="270" r:id="rId14"/>
    <p:sldId id="271" r:id="rId15"/>
    <p:sldId id="272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85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B8EA8B-463A-4099-A722-AFAD362EE1C0}" v="261" dt="2026-01-17T11:53:39.7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Bogalheiro" userId="dc4f69c44af47b0d" providerId="LiveId" clId="{10551B59-746F-4326-8996-D05D4F5D8789}"/>
    <pc:docChg chg="undo redo custSel addSld delSld modSld sldOrd">
      <pc:chgData name="Nicolas Bogalheiro" userId="dc4f69c44af47b0d" providerId="LiveId" clId="{10551B59-746F-4326-8996-D05D4F5D8789}" dt="2026-01-17T12:00:30.616" v="4145" actId="20577"/>
      <pc:docMkLst>
        <pc:docMk/>
      </pc:docMkLst>
      <pc:sldChg chg="addSp delSp modSp mod setBg">
        <pc:chgData name="Nicolas Bogalheiro" userId="dc4f69c44af47b0d" providerId="LiveId" clId="{10551B59-746F-4326-8996-D05D4F5D8789}" dt="2026-01-06T19:45:04.764" v="1859" actId="478"/>
        <pc:sldMkLst>
          <pc:docMk/>
          <pc:sldMk cId="0" sldId="256"/>
        </pc:sldMkLst>
        <pc:picChg chg="add mod">
          <ac:chgData name="Nicolas Bogalheiro" userId="dc4f69c44af47b0d" providerId="LiveId" clId="{10551B59-746F-4326-8996-D05D4F5D8789}" dt="2026-01-05T21:12:51.640" v="147" actId="27614"/>
          <ac:picMkLst>
            <pc:docMk/>
            <pc:sldMk cId="0" sldId="256"/>
            <ac:picMk id="5" creationId="{814A1110-3C76-95BE-E64D-D87B9428ADA6}"/>
          </ac:picMkLst>
        </pc:picChg>
      </pc:sldChg>
      <pc:sldChg chg="modSp add mod">
        <pc:chgData name="Nicolas Bogalheiro" userId="dc4f69c44af47b0d" providerId="LiveId" clId="{10551B59-746F-4326-8996-D05D4F5D8789}" dt="2026-01-06T20:35:02.116" v="2945" actId="790"/>
        <pc:sldMkLst>
          <pc:docMk/>
          <pc:sldMk cId="2438486368" sldId="258"/>
        </pc:sldMkLst>
        <pc:spChg chg="mod">
          <ac:chgData name="Nicolas Bogalheiro" userId="dc4f69c44af47b0d" providerId="LiveId" clId="{10551B59-746F-4326-8996-D05D4F5D8789}" dt="2026-01-06T20:33:23.807" v="2940" actId="20577"/>
          <ac:spMkLst>
            <pc:docMk/>
            <pc:sldMk cId="2438486368" sldId="258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6T20:35:02.116" v="2945" actId="790"/>
          <ac:spMkLst>
            <pc:docMk/>
            <pc:sldMk cId="2438486368" sldId="258"/>
            <ac:spMk id="4" creationId="{00000000-0000-0000-0000-000000000000}"/>
          </ac:spMkLst>
        </pc:spChg>
      </pc:sldChg>
      <pc:sldChg chg="delSp modSp mod">
        <pc:chgData name="Nicolas Bogalheiro" userId="dc4f69c44af47b0d" providerId="LiveId" clId="{10551B59-746F-4326-8996-D05D4F5D8789}" dt="2026-01-06T20:28:55.294" v="2770" actId="20577"/>
        <pc:sldMkLst>
          <pc:docMk/>
          <pc:sldMk cId="0" sldId="259"/>
        </pc:sldMkLst>
        <pc:spChg chg="mod">
          <ac:chgData name="Nicolas Bogalheiro" userId="dc4f69c44af47b0d" providerId="LiveId" clId="{10551B59-746F-4326-8996-D05D4F5D8789}" dt="2026-01-06T20:28:55.294" v="2770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5T22:13:16.776" v="1727" actId="12"/>
          <ac:spMkLst>
            <pc:docMk/>
            <pc:sldMk cId="0" sldId="259"/>
            <ac:spMk id="4" creationId="{00000000-0000-0000-0000-000000000000}"/>
          </ac:spMkLst>
        </pc:spChg>
      </pc:sldChg>
      <pc:sldChg chg="delSp modSp mod">
        <pc:chgData name="Nicolas Bogalheiro" userId="dc4f69c44af47b0d" providerId="LiveId" clId="{10551B59-746F-4326-8996-D05D4F5D8789}" dt="2026-01-06T20:29:00.518" v="2773" actId="20577"/>
        <pc:sldMkLst>
          <pc:docMk/>
          <pc:sldMk cId="0" sldId="260"/>
        </pc:sldMkLst>
        <pc:spChg chg="mod">
          <ac:chgData name="Nicolas Bogalheiro" userId="dc4f69c44af47b0d" providerId="LiveId" clId="{10551B59-746F-4326-8996-D05D4F5D8789}" dt="2026-01-06T20:29:00.518" v="2773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5T22:13:28.106" v="1729" actId="12"/>
          <ac:spMkLst>
            <pc:docMk/>
            <pc:sldMk cId="0" sldId="260"/>
            <ac:spMk id="4" creationId="{00000000-0000-0000-0000-000000000000}"/>
          </ac:spMkLst>
        </pc:spChg>
      </pc:sldChg>
      <pc:sldChg chg="delSp modSp mod">
        <pc:chgData name="Nicolas Bogalheiro" userId="dc4f69c44af47b0d" providerId="LiveId" clId="{10551B59-746F-4326-8996-D05D4F5D8789}" dt="2026-01-06T20:34:51.934" v="2944" actId="20577"/>
        <pc:sldMkLst>
          <pc:docMk/>
          <pc:sldMk cId="0" sldId="261"/>
        </pc:sldMkLst>
        <pc:spChg chg="mod">
          <ac:chgData name="Nicolas Bogalheiro" userId="dc4f69c44af47b0d" providerId="LiveId" clId="{10551B59-746F-4326-8996-D05D4F5D8789}" dt="2026-01-06T20:34:51.934" v="2944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5T22:14:25.119" v="1752" actId="12"/>
          <ac:spMkLst>
            <pc:docMk/>
            <pc:sldMk cId="0" sldId="261"/>
            <ac:spMk id="4" creationId="{00000000-0000-0000-0000-000000000000}"/>
          </ac:spMkLst>
        </pc:spChg>
      </pc:sldChg>
      <pc:sldChg chg="delSp modSp mod ord">
        <pc:chgData name="Nicolas Bogalheiro" userId="dc4f69c44af47b0d" providerId="LiveId" clId="{10551B59-746F-4326-8996-D05D4F5D8789}" dt="2026-01-06T20:29:46.187" v="2805" actId="20577"/>
        <pc:sldMkLst>
          <pc:docMk/>
          <pc:sldMk cId="0" sldId="262"/>
        </pc:sldMkLst>
        <pc:spChg chg="mod">
          <ac:chgData name="Nicolas Bogalheiro" userId="dc4f69c44af47b0d" providerId="LiveId" clId="{10551B59-746F-4326-8996-D05D4F5D8789}" dt="2026-01-06T20:29:46.187" v="2805" actId="20577"/>
          <ac:spMkLst>
            <pc:docMk/>
            <pc:sldMk cId="0" sldId="262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5T22:14:32.218" v="1753" actId="12"/>
          <ac:spMkLst>
            <pc:docMk/>
            <pc:sldMk cId="0" sldId="262"/>
            <ac:spMk id="4" creationId="{00000000-0000-0000-0000-000000000000}"/>
          </ac:spMkLst>
        </pc:spChg>
      </pc:sldChg>
      <pc:sldChg chg="delSp modSp mod">
        <pc:chgData name="Nicolas Bogalheiro" userId="dc4f69c44af47b0d" providerId="LiveId" clId="{10551B59-746F-4326-8996-D05D4F5D8789}" dt="2026-01-06T20:34:42.537" v="2943" actId="20577"/>
        <pc:sldMkLst>
          <pc:docMk/>
          <pc:sldMk cId="0" sldId="263"/>
        </pc:sldMkLst>
        <pc:spChg chg="mod">
          <ac:chgData name="Nicolas Bogalheiro" userId="dc4f69c44af47b0d" providerId="LiveId" clId="{10551B59-746F-4326-8996-D05D4F5D8789}" dt="2026-01-06T20:34:42.537" v="2943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5T22:14:45.654" v="1754" actId="12"/>
          <ac:spMkLst>
            <pc:docMk/>
            <pc:sldMk cId="0" sldId="263"/>
            <ac:spMk id="4" creationId="{00000000-0000-0000-0000-000000000000}"/>
          </ac:spMkLst>
        </pc:spChg>
      </pc:sldChg>
      <pc:sldChg chg="delSp modSp mod">
        <pc:chgData name="Nicolas Bogalheiro" userId="dc4f69c44af47b0d" providerId="LiveId" clId="{10551B59-746F-4326-8996-D05D4F5D8789}" dt="2026-01-17T11:59:59.127" v="4134" actId="207"/>
        <pc:sldMkLst>
          <pc:docMk/>
          <pc:sldMk cId="0" sldId="264"/>
        </pc:sldMkLst>
        <pc:spChg chg="mod">
          <ac:chgData name="Nicolas Bogalheiro" userId="dc4f69c44af47b0d" providerId="LiveId" clId="{10551B59-746F-4326-8996-D05D4F5D8789}" dt="2026-01-06T20:38:24.103" v="3001" actId="20577"/>
          <ac:spMkLst>
            <pc:docMk/>
            <pc:sldMk cId="0" sldId="264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17T11:59:59.127" v="4134" actId="207"/>
          <ac:spMkLst>
            <pc:docMk/>
            <pc:sldMk cId="0" sldId="264"/>
            <ac:spMk id="4" creationId="{00000000-0000-0000-0000-000000000000}"/>
          </ac:spMkLst>
        </pc:spChg>
      </pc:sldChg>
      <pc:sldChg chg="delSp modSp mod ord">
        <pc:chgData name="Nicolas Bogalheiro" userId="dc4f69c44af47b0d" providerId="LiveId" clId="{10551B59-746F-4326-8996-D05D4F5D8789}" dt="2026-01-06T20:22:52.328" v="2503" actId="20577"/>
        <pc:sldMkLst>
          <pc:docMk/>
          <pc:sldMk cId="0" sldId="265"/>
        </pc:sldMkLst>
        <pc:spChg chg="mod">
          <ac:chgData name="Nicolas Bogalheiro" userId="dc4f69c44af47b0d" providerId="LiveId" clId="{10551B59-746F-4326-8996-D05D4F5D8789}" dt="2026-01-05T21:38:42.384" v="1003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Nicolas Bogalheiro" userId="dc4f69c44af47b0d" providerId="LiveId" clId="{10551B59-746F-4326-8996-D05D4F5D8789}" dt="2026-01-06T20:22:52.328" v="2503" actId="20577"/>
          <ac:spMkLst>
            <pc:docMk/>
            <pc:sldMk cId="0" sldId="265"/>
            <ac:spMk id="4" creationId="{00000000-0000-0000-0000-000000000000}"/>
          </ac:spMkLst>
        </pc:spChg>
      </pc:sldChg>
      <pc:sldChg chg="addSp modSp add mod modTransition modAnim">
        <pc:chgData name="Nicolas Bogalheiro" userId="dc4f69c44af47b0d" providerId="LiveId" clId="{10551B59-746F-4326-8996-D05D4F5D8789}" dt="2026-01-17T11:53:39.712" v="3847" actId="20577"/>
        <pc:sldMkLst>
          <pc:docMk/>
          <pc:sldMk cId="1210646930" sldId="266"/>
        </pc:sldMkLst>
        <pc:spChg chg="add mod ord">
          <ac:chgData name="Nicolas Bogalheiro" userId="dc4f69c44af47b0d" providerId="LiveId" clId="{10551B59-746F-4326-8996-D05D4F5D8789}" dt="2026-01-17T11:53:39.712" v="3847" actId="20577"/>
          <ac:spMkLst>
            <pc:docMk/>
            <pc:sldMk cId="1210646930" sldId="266"/>
            <ac:spMk id="2" creationId="{C6E26627-DA86-23D4-BC68-32F283B36B7B}"/>
          </ac:spMkLst>
        </pc:spChg>
        <pc:spChg chg="mod">
          <ac:chgData name="Nicolas Bogalheiro" userId="dc4f69c44af47b0d" providerId="LiveId" clId="{10551B59-746F-4326-8996-D05D4F5D8789}" dt="2026-01-05T21:19:08.877" v="382" actId="20577"/>
          <ac:spMkLst>
            <pc:docMk/>
            <pc:sldMk cId="1210646930" sldId="266"/>
            <ac:spMk id="3" creationId="{93BF5DF0-0109-C4D6-E727-F7B9658FDCB1}"/>
          </ac:spMkLst>
        </pc:spChg>
        <pc:spChg chg="mod">
          <ac:chgData name="Nicolas Bogalheiro" userId="dc4f69c44af47b0d" providerId="LiveId" clId="{10551B59-746F-4326-8996-D05D4F5D8789}" dt="2026-01-06T20:58:13.983" v="3188" actId="2"/>
          <ac:spMkLst>
            <pc:docMk/>
            <pc:sldMk cId="1210646930" sldId="266"/>
            <ac:spMk id="4" creationId="{A0D7C494-CB83-5DCB-73EA-5F58912FA2A5}"/>
          </ac:spMkLst>
        </pc:spChg>
      </pc:sldChg>
      <pc:sldChg chg="addSp delSp modSp add mod">
        <pc:chgData name="Nicolas Bogalheiro" userId="dc4f69c44af47b0d" providerId="LiveId" clId="{10551B59-746F-4326-8996-D05D4F5D8789}" dt="2026-01-17T12:00:30.616" v="4145" actId="20577"/>
        <pc:sldMkLst>
          <pc:docMk/>
          <pc:sldMk cId="414777145" sldId="268"/>
        </pc:sldMkLst>
        <pc:spChg chg="mod">
          <ac:chgData name="Nicolas Bogalheiro" userId="dc4f69c44af47b0d" providerId="LiveId" clId="{10551B59-746F-4326-8996-D05D4F5D8789}" dt="2026-01-17T12:00:25.673" v="4137" actId="20577"/>
          <ac:spMkLst>
            <pc:docMk/>
            <pc:sldMk cId="414777145" sldId="268"/>
            <ac:spMk id="3" creationId="{DDC5C6FE-D626-5897-D1B0-F1F4A976750E}"/>
          </ac:spMkLst>
        </pc:spChg>
        <pc:spChg chg="mod">
          <ac:chgData name="Nicolas Bogalheiro" userId="dc4f69c44af47b0d" providerId="LiveId" clId="{10551B59-746F-4326-8996-D05D4F5D8789}" dt="2026-01-17T12:00:30.616" v="4145" actId="20577"/>
          <ac:spMkLst>
            <pc:docMk/>
            <pc:sldMk cId="414777145" sldId="268"/>
            <ac:spMk id="4" creationId="{28D46B3C-065D-2AAD-5E08-536EA7944997}"/>
          </ac:spMkLst>
        </pc:spChg>
        <pc:picChg chg="add mod">
          <ac:chgData name="Nicolas Bogalheiro" userId="dc4f69c44af47b0d" providerId="LiveId" clId="{10551B59-746F-4326-8996-D05D4F5D8789}" dt="2026-01-06T20:55:00.983" v="3160" actId="14100"/>
          <ac:picMkLst>
            <pc:docMk/>
            <pc:sldMk cId="414777145" sldId="268"/>
            <ac:picMk id="5" creationId="{8AE34B47-950A-0CF2-BAEE-A28FB0481032}"/>
          </ac:picMkLst>
        </pc:picChg>
      </pc:sldChg>
      <pc:sldChg chg="addSp delSp modSp add mod">
        <pc:chgData name="Nicolas Bogalheiro" userId="dc4f69c44af47b0d" providerId="LiveId" clId="{10551B59-746F-4326-8996-D05D4F5D8789}" dt="2026-01-17T11:53:08.050" v="3837"/>
        <pc:sldMkLst>
          <pc:docMk/>
          <pc:sldMk cId="3853632487" sldId="269"/>
        </pc:sldMkLst>
        <pc:spChg chg="mod">
          <ac:chgData name="Nicolas Bogalheiro" userId="dc4f69c44af47b0d" providerId="LiveId" clId="{10551B59-746F-4326-8996-D05D4F5D8789}" dt="2026-01-06T20:26:43.344" v="2576" actId="20577"/>
          <ac:spMkLst>
            <pc:docMk/>
            <pc:sldMk cId="3853632487" sldId="269"/>
            <ac:spMk id="3" creationId="{576B20AD-C739-929D-C6B4-FAD4A886A3EA}"/>
          </ac:spMkLst>
        </pc:spChg>
        <pc:spChg chg="add mod">
          <ac:chgData name="Nicolas Bogalheiro" userId="dc4f69c44af47b0d" providerId="LiveId" clId="{10551B59-746F-4326-8996-D05D4F5D8789}" dt="2026-01-17T11:53:08.050" v="3837"/>
          <ac:spMkLst>
            <pc:docMk/>
            <pc:sldMk cId="3853632487" sldId="269"/>
            <ac:spMk id="5" creationId="{FA9D77A5-61FF-8F80-DFBF-9AC7170CAC0C}"/>
          </ac:spMkLst>
        </pc:spChg>
      </pc:sldChg>
      <pc:sldChg chg="addSp delSp modSp add mod">
        <pc:chgData name="Nicolas Bogalheiro" userId="dc4f69c44af47b0d" providerId="LiveId" clId="{10551B59-746F-4326-8996-D05D4F5D8789}" dt="2026-01-17T11:53:20.262" v="3839"/>
        <pc:sldMkLst>
          <pc:docMk/>
          <pc:sldMk cId="310682677" sldId="270"/>
        </pc:sldMkLst>
        <pc:spChg chg="add mod">
          <ac:chgData name="Nicolas Bogalheiro" userId="dc4f69c44af47b0d" providerId="LiveId" clId="{10551B59-746F-4326-8996-D05D4F5D8789}" dt="2026-01-17T11:53:20.262" v="3839"/>
          <ac:spMkLst>
            <pc:docMk/>
            <pc:sldMk cId="310682677" sldId="270"/>
            <ac:spMk id="2" creationId="{1F504F01-1E8E-1BF5-7627-046A76484ECB}"/>
          </ac:spMkLst>
        </pc:spChg>
        <pc:spChg chg="mod">
          <ac:chgData name="Nicolas Bogalheiro" userId="dc4f69c44af47b0d" providerId="LiveId" clId="{10551B59-746F-4326-8996-D05D4F5D8789}" dt="2026-01-06T20:38:06.135" v="2999" actId="790"/>
          <ac:spMkLst>
            <pc:docMk/>
            <pc:sldMk cId="310682677" sldId="270"/>
            <ac:spMk id="3" creationId="{AA54D1AB-14F9-5D82-FF55-80640BEF74BD}"/>
          </ac:spMkLst>
        </pc:spChg>
      </pc:sldChg>
      <pc:sldChg chg="modSp add mod">
        <pc:chgData name="Nicolas Bogalheiro" userId="dc4f69c44af47b0d" providerId="LiveId" clId="{10551B59-746F-4326-8996-D05D4F5D8789}" dt="2026-01-17T11:53:00.680" v="3836" actId="5793"/>
        <pc:sldMkLst>
          <pc:docMk/>
          <pc:sldMk cId="2272530269" sldId="271"/>
        </pc:sldMkLst>
        <pc:spChg chg="mod">
          <ac:chgData name="Nicolas Bogalheiro" userId="dc4f69c44af47b0d" providerId="LiveId" clId="{10551B59-746F-4326-8996-D05D4F5D8789}" dt="2026-01-17T11:53:00.680" v="3836" actId="5793"/>
          <ac:spMkLst>
            <pc:docMk/>
            <pc:sldMk cId="2272530269" sldId="271"/>
            <ac:spMk id="2" creationId="{1B7CEE41-2A69-B643-E8F9-ECFF57681C15}"/>
          </ac:spMkLst>
        </pc:spChg>
        <pc:spChg chg="mod">
          <ac:chgData name="Nicolas Bogalheiro" userId="dc4f69c44af47b0d" providerId="LiveId" clId="{10551B59-746F-4326-8996-D05D4F5D8789}" dt="2026-01-06T20:27:29.610" v="2636" actId="20577"/>
          <ac:spMkLst>
            <pc:docMk/>
            <pc:sldMk cId="2272530269" sldId="271"/>
            <ac:spMk id="3" creationId="{518E587F-87E0-7185-4C1B-997DDCFF86AC}"/>
          </ac:spMkLst>
        </pc:spChg>
      </pc:sldChg>
      <pc:sldChg chg="addSp delSp modSp add mod">
        <pc:chgData name="Nicolas Bogalheiro" userId="dc4f69c44af47b0d" providerId="LiveId" clId="{10551B59-746F-4326-8996-D05D4F5D8789}" dt="2026-01-06T21:09:51.734" v="3199" actId="1076"/>
        <pc:sldMkLst>
          <pc:docMk/>
          <pc:sldMk cId="1548898421" sldId="272"/>
        </pc:sldMkLst>
        <pc:spChg chg="add mod">
          <ac:chgData name="Nicolas Bogalheiro" userId="dc4f69c44af47b0d" providerId="LiveId" clId="{10551B59-746F-4326-8996-D05D4F5D8789}" dt="2026-01-06T20:37:15.579" v="2995" actId="1076"/>
          <ac:spMkLst>
            <pc:docMk/>
            <pc:sldMk cId="1548898421" sldId="272"/>
            <ac:spMk id="6" creationId="{434FE292-0690-D267-3D05-58DDFE6D3AE6}"/>
          </ac:spMkLst>
        </pc:spChg>
        <pc:picChg chg="add mod">
          <ac:chgData name="Nicolas Bogalheiro" userId="dc4f69c44af47b0d" providerId="LiveId" clId="{10551B59-746F-4326-8996-D05D4F5D8789}" dt="2026-01-06T21:09:51.734" v="3199" actId="1076"/>
          <ac:picMkLst>
            <pc:docMk/>
            <pc:sldMk cId="1548898421" sldId="272"/>
            <ac:picMk id="3" creationId="{6EC9212E-C58E-A184-1612-E18F90C8233F}"/>
          </ac:picMkLst>
        </pc:picChg>
        <pc:picChg chg="add mod ord">
          <ac:chgData name="Nicolas Bogalheiro" userId="dc4f69c44af47b0d" providerId="LiveId" clId="{10551B59-746F-4326-8996-D05D4F5D8789}" dt="2026-01-06T21:08:25.899" v="3197" actId="1076"/>
          <ac:picMkLst>
            <pc:docMk/>
            <pc:sldMk cId="1548898421" sldId="272"/>
            <ac:picMk id="5" creationId="{C9EB7EE4-7C8E-58DD-4978-0897ADB4B10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pitemnein-epitomic.blogspot.com/2014/03/being-bearer-of-encouragement.html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21bolterealestate.com/buyers-resources/your-checklist-of-questions-to-ask-when-buying-a-home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4A1110-3C76-95BE-E64D-D87B9428A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BEF6E-8933-EC84-5C87-36A05402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6E26627-DA86-23D4-BC68-32F283B36B7B}"/>
              </a:ext>
            </a:extLst>
          </p:cNvPr>
          <p:cNvSpPr txBox="1"/>
          <p:nvPr/>
        </p:nvSpPr>
        <p:spPr>
          <a:xfrm>
            <a:off x="1392247" y="2976321"/>
            <a:ext cx="74567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Décrocher quoi ?</a:t>
            </a:r>
          </a:p>
          <a:p>
            <a:r>
              <a:rPr lang="fr-FR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Profil, secteur, type d’entreprise, taille d’équipe…</a:t>
            </a: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BF5DF0-0109-C4D6-E727-F7B9658FDCB1}"/>
              </a:ext>
            </a:extLst>
          </p:cNvPr>
          <p:cNvSpPr txBox="1"/>
          <p:nvPr/>
        </p:nvSpPr>
        <p:spPr>
          <a:xfrm>
            <a:off x="731520" y="457200"/>
            <a:ext cx="26068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O</a:t>
            </a:r>
            <a:r>
              <a:rPr lang="fr-FR" dirty="0"/>
              <a:t>rdre du jour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7C494-CB83-5DCB-73EA-5F58912FA2A5}"/>
              </a:ext>
            </a:extLst>
          </p:cNvPr>
          <p:cNvSpPr txBox="1"/>
          <p:nvPr/>
        </p:nvSpPr>
        <p:spPr>
          <a:xfrm>
            <a:off x="1097280" y="1345519"/>
            <a:ext cx="4677884" cy="5355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Who am I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Who are you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What do you expect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b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</a:b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Neoply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Let’s get started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You can be… do what you want to do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What else ?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064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17508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Neoply ?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7617791" cy="4524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Accompagnement </a:t>
            </a:r>
            <a:r>
              <a:rPr lang="fr-FR" dirty="0">
                <a:solidFill>
                  <a:srgbClr val="F0851C"/>
                </a:solidFill>
              </a:rPr>
              <a:t>personnalisé</a:t>
            </a:r>
            <a:r>
              <a:rPr lang="fr-FR" dirty="0"/>
              <a:t> et </a:t>
            </a:r>
            <a:r>
              <a:rPr lang="fr-FR" dirty="0">
                <a:solidFill>
                  <a:srgbClr val="F0851C"/>
                </a:solidFill>
              </a:rPr>
              <a:t>freemium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CV clair et impactant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Profil Linked</a:t>
            </a:r>
            <a:r>
              <a:rPr lang="fr-FR" dirty="0"/>
              <a:t>i</a:t>
            </a:r>
            <a:r>
              <a:rPr dirty="0"/>
              <a:t>n </a:t>
            </a:r>
            <a:r>
              <a:rPr lang="fr-FR" noProof="0" dirty="0"/>
              <a:t>professionnel</a:t>
            </a:r>
            <a:r>
              <a:rPr lang="fr-FR" dirty="0"/>
              <a:t> et optimisé</a:t>
            </a:r>
            <a:endParaRPr dirty="0"/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Candidatures ciblées et </a:t>
            </a:r>
            <a:r>
              <a:rPr lang="fr-FR" noProof="0" dirty="0"/>
              <a:t>efficaces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Sérénité pour rentrer dans le monde du travail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Préparation pour les entretiens RH et/ou techniques</a:t>
            </a:r>
            <a:endParaRPr dirty="0"/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Cooptation éventuelle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Autonomie et proactivité tout au long de la carrière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Séances de </a:t>
            </a:r>
            <a:r>
              <a:rPr lang="fr-FR" dirty="0">
                <a:solidFill>
                  <a:srgbClr val="F0851C"/>
                </a:solidFill>
              </a:rPr>
              <a:t>30 minutes </a:t>
            </a:r>
            <a:r>
              <a:rPr lang="fr-FR" dirty="0"/>
              <a:t>(1 créneau) à </a:t>
            </a:r>
            <a:r>
              <a:rPr lang="fr-FR" dirty="0">
                <a:solidFill>
                  <a:srgbClr val="F0851C"/>
                </a:solidFill>
              </a:rPr>
              <a:t>60 minutes </a:t>
            </a:r>
            <a:r>
              <a:rPr lang="fr-FR" dirty="0"/>
              <a:t>(2 créneaux)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Google Meet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Zoom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Par téléphone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À domicile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50449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1 – CV 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68948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Relecture complète du CV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Mise en valeur des expériences, projets et compétences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Adaptation au type de stage recherché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clairs pour finaliser le CV après la séance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613180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2 – Linked</a:t>
            </a:r>
            <a:r>
              <a:rPr lang="fr-FR" dirty="0"/>
              <a:t>i</a:t>
            </a:r>
            <a:r>
              <a:rPr dirty="0"/>
              <a:t>n 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81761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Optimisation du titre et du résumé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Amélioration des expériences et compétences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pour être visible par les recruteurs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Bonnes pratiques LinkedIn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9404" y="457200"/>
            <a:ext cx="65710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</a:t>
            </a:r>
            <a:r>
              <a:rPr lang="fr-FR" dirty="0"/>
              <a:t>3</a:t>
            </a:r>
            <a:r>
              <a:rPr dirty="0"/>
              <a:t> – </a:t>
            </a:r>
            <a:r>
              <a:rPr lang="fr-FR" dirty="0"/>
              <a:t>Job dating </a:t>
            </a:r>
            <a:r>
              <a:rPr dirty="0"/>
              <a:t>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72624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Où et comment trouver des offres pertinentes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Méthode pour candidater efficacement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Organisation et suivi des candidatures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Optimisation du temps et des efforts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4707" y="457200"/>
            <a:ext cx="686117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</a:t>
            </a:r>
            <a:r>
              <a:rPr lang="fr-FR" dirty="0"/>
              <a:t>4</a:t>
            </a:r>
            <a:r>
              <a:rPr dirty="0"/>
              <a:t> – </a:t>
            </a:r>
            <a:r>
              <a:rPr lang="fr-FR" dirty="0"/>
              <a:t>E</a:t>
            </a:r>
            <a:r>
              <a:rPr dirty="0"/>
              <a:t>ntretien RH (30</a:t>
            </a:r>
            <a:r>
              <a:rPr lang="fr-FR" dirty="0"/>
              <a:t>-60 </a:t>
            </a:r>
            <a:r>
              <a:rPr dirty="0"/>
              <a:t>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98405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Questions RH les plus fréquentes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Structurer ses réponses efficacement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Valoriser son parcours et sa motivation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posture, discours et confiance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8565" y="491613"/>
            <a:ext cx="82365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5 – Entretien technique (</a:t>
            </a:r>
            <a:r>
              <a:rPr lang="fr-FR" dirty="0"/>
              <a:t>30-60 min</a:t>
            </a:r>
            <a:r>
              <a:rPr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686598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Préparation aux questions techniques ou études de cas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Méthode pour structurer ses réponses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Gestion du stress et du temps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spécifiques selon le domaine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32576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Pricing (0-321 €)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79" y="1554480"/>
            <a:ext cx="654238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Séances</a:t>
            </a:r>
            <a:r>
              <a:rPr lang="fr-FR" dirty="0"/>
              <a:t> </a:t>
            </a:r>
            <a:r>
              <a:rPr dirty="0"/>
              <a:t>de 30 min</a:t>
            </a:r>
            <a:r>
              <a:rPr lang="fr-FR" dirty="0"/>
              <a:t> (SOLO)</a:t>
            </a:r>
            <a:r>
              <a:rPr dirty="0"/>
              <a:t> : </a:t>
            </a:r>
            <a:r>
              <a:rPr dirty="0">
                <a:solidFill>
                  <a:srgbClr val="F0851C"/>
                </a:solidFill>
              </a:rPr>
              <a:t>20 €</a:t>
            </a:r>
            <a:endParaRPr lang="fr-FR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Séances de 60 min (DUO) : 40 €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Pack </a:t>
            </a:r>
            <a:r>
              <a:rPr lang="fr-FR" dirty="0"/>
              <a:t>5</a:t>
            </a:r>
            <a:r>
              <a:rPr dirty="0"/>
              <a:t> séances </a:t>
            </a:r>
            <a:r>
              <a:rPr lang="fr-FR" dirty="0"/>
              <a:t>(STANDARD) </a:t>
            </a:r>
            <a:r>
              <a:rPr dirty="0"/>
              <a:t>: </a:t>
            </a:r>
            <a:r>
              <a:rPr lang="fr-FR" dirty="0"/>
              <a:t>80/160</a:t>
            </a:r>
            <a:r>
              <a:rPr dirty="0"/>
              <a:t>€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Pack </a:t>
            </a:r>
            <a:r>
              <a:rPr lang="fr-FR" dirty="0"/>
              <a:t>10</a:t>
            </a:r>
            <a:r>
              <a:rPr dirty="0"/>
              <a:t> séances</a:t>
            </a:r>
            <a:r>
              <a:rPr lang="fr-FR" dirty="0"/>
              <a:t> (PRO)</a:t>
            </a:r>
            <a:r>
              <a:rPr dirty="0"/>
              <a:t> : 1</a:t>
            </a:r>
            <a:r>
              <a:rPr lang="fr-FR" dirty="0"/>
              <a:t>60/321</a:t>
            </a:r>
            <a:r>
              <a:rPr dirty="0"/>
              <a:t> €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Paiement </a:t>
            </a:r>
            <a:r>
              <a:rPr lang="fr-FR" dirty="0"/>
              <a:t>via </a:t>
            </a:r>
            <a:r>
              <a:rPr lang="fr-FR" b="1" dirty="0" err="1">
                <a:solidFill>
                  <a:srgbClr val="F0851C"/>
                </a:solidFill>
              </a:rPr>
              <a:t>Wero</a:t>
            </a: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SOLO &amp; DUO = Personnalisées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STANDARD = 5 thématiques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PRO = 2x fois plus de temps par thématique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236795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Aujourd’hui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934638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noProof="0" dirty="0"/>
              <a:t>Analyse</a:t>
            </a:r>
            <a:r>
              <a:rPr dirty="0"/>
              <a:t> du parcours et de l’objectif de stage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Relecture rapide du CV et du profil LinkedIn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Identification des priorités immédiates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Plan </a:t>
            </a:r>
            <a:r>
              <a:rPr lang="fr-FR" noProof="0" dirty="0"/>
              <a:t>d’action</a:t>
            </a:r>
            <a:r>
              <a:rPr lang="fr-FR" dirty="0"/>
              <a:t>s </a:t>
            </a:r>
            <a:r>
              <a:rPr lang="fr-FR" noProof="0" dirty="0"/>
              <a:t>jusqu’</a:t>
            </a:r>
            <a:r>
              <a:rPr lang="fr-FR" dirty="0"/>
              <a:t>à l’échéance</a:t>
            </a:r>
            <a:endParaRPr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concrets à appliquer dès la fin du </a:t>
            </a:r>
            <a:r>
              <a:rPr lang="fr-FR" dirty="0"/>
              <a:t>RDV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8486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9CB0A-B2A6-DFE5-47A7-82809B05F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C5C6FE-D626-5897-D1B0-F1F4A976750E}"/>
              </a:ext>
            </a:extLst>
          </p:cNvPr>
          <p:cNvSpPr txBox="1"/>
          <p:nvPr/>
        </p:nvSpPr>
        <p:spPr>
          <a:xfrm>
            <a:off x="731520" y="457200"/>
            <a:ext cx="9092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SOS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46B3C-065D-2AAD-5E08-536EA7944997}"/>
              </a:ext>
            </a:extLst>
          </p:cNvPr>
          <p:cNvSpPr txBox="1"/>
          <p:nvPr/>
        </p:nvSpPr>
        <p:spPr>
          <a:xfrm>
            <a:off x="731519" y="1143437"/>
            <a:ext cx="82846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Décrocher quoi ?</a:t>
            </a:r>
            <a:endParaRPr lang="fr-FR" b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fr-FR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Profil, secteur, type d’entreprise, taille d’équipe…</a:t>
            </a:r>
          </a:p>
        </p:txBody>
      </p:sp>
      <p:pic>
        <p:nvPicPr>
          <p:cNvPr id="5" name="Image 4" descr="Une image contenant ciel, nuage, faire de la randonnée, silhouette">
            <a:extLst>
              <a:ext uri="{FF2B5EF4-FFF2-40B4-BE49-F238E27FC236}">
                <a16:creationId xmlns:a16="http://schemas.microsoft.com/office/drawing/2014/main" id="{8AE34B47-950A-0CF2-BAEE-A28FB0481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04335" y="2052437"/>
            <a:ext cx="6223820" cy="414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77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F493-1C7F-0656-3AD8-4944A5E9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6B20AD-C739-929D-C6B4-FAD4A886A3EA}"/>
              </a:ext>
            </a:extLst>
          </p:cNvPr>
          <p:cNvSpPr txBox="1"/>
          <p:nvPr/>
        </p:nvSpPr>
        <p:spPr>
          <a:xfrm>
            <a:off x="731520" y="457200"/>
            <a:ext cx="7216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CV</a:t>
            </a:r>
            <a:endParaRPr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A9D77A5-61FF-8F80-DFBF-9AC7170CAC0C}"/>
              </a:ext>
            </a:extLst>
          </p:cNvPr>
          <p:cNvSpPr txBox="1"/>
          <p:nvPr/>
        </p:nvSpPr>
        <p:spPr>
          <a:xfrm>
            <a:off x="731520" y="125813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</p:txBody>
      </p:sp>
    </p:spTree>
    <p:extLst>
      <p:ext uri="{BB962C8B-B14F-4D97-AF65-F5344CB8AC3E}">
        <p14:creationId xmlns:p14="http://schemas.microsoft.com/office/powerpoint/2010/main" val="385363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B49E0-30D7-C8CB-B4AC-DA78E3E4A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54D1AB-14F9-5D82-FF55-80640BEF74BD}"/>
              </a:ext>
            </a:extLst>
          </p:cNvPr>
          <p:cNvSpPr txBox="1"/>
          <p:nvPr/>
        </p:nvSpPr>
        <p:spPr>
          <a:xfrm>
            <a:off x="731520" y="457200"/>
            <a:ext cx="17379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noProof="0" dirty="0"/>
              <a:t>Linkedin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F504F01-1E8E-1BF5-7627-046A76484ECB}"/>
              </a:ext>
            </a:extLst>
          </p:cNvPr>
          <p:cNvSpPr txBox="1"/>
          <p:nvPr/>
        </p:nvSpPr>
        <p:spPr>
          <a:xfrm>
            <a:off x="731519" y="1258132"/>
            <a:ext cx="58757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82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2A24-B481-4827-6C93-D063A915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8E587F-87E0-7185-4C1B-997DDCFF86AC}"/>
              </a:ext>
            </a:extLst>
          </p:cNvPr>
          <p:cNvSpPr txBox="1"/>
          <p:nvPr/>
        </p:nvSpPr>
        <p:spPr>
          <a:xfrm>
            <a:off x="731520" y="457200"/>
            <a:ext cx="281679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Plan d’actions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B7CEE41-2A69-B643-E8F9-ECFF57681C15}"/>
              </a:ext>
            </a:extLst>
          </p:cNvPr>
          <p:cNvSpPr txBox="1"/>
          <p:nvPr/>
        </p:nvSpPr>
        <p:spPr>
          <a:xfrm>
            <a:off x="731520" y="1258132"/>
            <a:ext cx="93367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530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8A610-5EE5-F401-05FE-A7E0DD21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434FE292-0690-D267-3D05-58DDFE6D3AE6}"/>
              </a:ext>
            </a:extLst>
          </p:cNvPr>
          <p:cNvSpPr txBox="1"/>
          <p:nvPr/>
        </p:nvSpPr>
        <p:spPr>
          <a:xfrm>
            <a:off x="167149" y="218457"/>
            <a:ext cx="3136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Nicolas BOGALHEIRO</a:t>
            </a:r>
          </a:p>
        </p:txBody>
      </p:sp>
      <p:pic>
        <p:nvPicPr>
          <p:cNvPr id="5" name="Image 4" descr="Une image contenant fournitures de bureau, outil d’écriture, Article de bureau, papeterie&#10;&#10;Le contenu généré par l’IA peut être incorrect.">
            <a:extLst>
              <a:ext uri="{FF2B5EF4-FFF2-40B4-BE49-F238E27FC236}">
                <a16:creationId xmlns:a16="http://schemas.microsoft.com/office/drawing/2014/main" id="{C9EB7EE4-7C8E-58DD-4978-0897ADB4B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Image 2" descr="Une image contenant motif, carré, Rectangle, pixel&#10;&#10;Le contenu généré par l’IA peut être incorrect.">
            <a:extLst>
              <a:ext uri="{FF2B5EF4-FFF2-40B4-BE49-F238E27FC236}">
                <a16:creationId xmlns:a16="http://schemas.microsoft.com/office/drawing/2014/main" id="{6EC9212E-C58E-A184-1612-E18F90C82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960" y="2814483"/>
            <a:ext cx="1236837" cy="122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89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417</Words>
  <Application>Microsoft Office PowerPoint</Application>
  <PresentationFormat>Affichage à l'écran (4:3)</PresentationFormat>
  <Paragraphs>96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Arial</vt:lpstr>
      <vt:lpstr>Calibri</vt:lpstr>
      <vt:lpstr>Poppins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Nicolas Bogalheiro</cp:lastModifiedBy>
  <cp:revision>1</cp:revision>
  <dcterms:created xsi:type="dcterms:W3CDTF">2013-01-27T09:14:16Z</dcterms:created>
  <dcterms:modified xsi:type="dcterms:W3CDTF">2026-02-21T12:57:36Z</dcterms:modified>
  <cp:category/>
</cp:coreProperties>
</file>